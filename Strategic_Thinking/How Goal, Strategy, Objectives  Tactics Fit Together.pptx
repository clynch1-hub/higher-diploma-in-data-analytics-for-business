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17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Business &amp; Professional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Goals, Strategy, Objectives &amp; Tactics</a:t>
            </a:r>
          </a:p>
          <a:p>
            <a:r>
              <a:t>with Real-Time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Develop strategic thinking skills</a:t>
            </a:r>
          </a:p>
          <a:p>
            <a:r>
              <a:rPr dirty="0"/>
              <a:t>Understand how businesses plan and grow</a:t>
            </a:r>
          </a:p>
          <a:p>
            <a:r>
              <a:rPr dirty="0"/>
              <a:t> Link theory to real-world professional practice</a:t>
            </a:r>
          </a:p>
          <a:p>
            <a:r>
              <a:rPr dirty="0"/>
              <a:t>Build career-ready skills (planning, reflection, decision-making)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Strategic Business &amp; Professional Development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/>
          <a:lstStyle/>
          <a:p>
            <a:r>
              <a:rPr dirty="0"/>
              <a:t>Employers value strategic thinkers</a:t>
            </a:r>
          </a:p>
          <a:p>
            <a:r>
              <a:rPr dirty="0"/>
              <a:t>Helps you plan your career effectively</a:t>
            </a:r>
          </a:p>
          <a:p>
            <a:r>
              <a:rPr dirty="0"/>
              <a:t>Improves problem-solving and leadership skills</a:t>
            </a:r>
          </a:p>
          <a:p>
            <a:r>
              <a:rPr dirty="0"/>
              <a:t>Prepares you for real business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Goal?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 A long-term desired outcome.</a:t>
            </a:r>
          </a:p>
          <a:p>
            <a:endParaRPr dirty="0"/>
          </a:p>
          <a:p>
            <a:r>
              <a:rPr dirty="0"/>
              <a:t>Business Example:</a:t>
            </a:r>
          </a:p>
          <a:p>
            <a:pPr marL="0" indent="0">
              <a:buNone/>
            </a:pPr>
            <a:r>
              <a:rPr lang="en-IE" dirty="0"/>
              <a:t>		</a:t>
            </a:r>
            <a:r>
              <a:rPr dirty="0"/>
              <a:t>Increase company revenue</a:t>
            </a:r>
          </a:p>
          <a:p>
            <a:endParaRPr dirty="0"/>
          </a:p>
          <a:p>
            <a:r>
              <a:rPr dirty="0"/>
              <a:t>Student Example:</a:t>
            </a:r>
          </a:p>
          <a:p>
            <a:pPr marL="0" indent="0">
              <a:buNone/>
            </a:pPr>
            <a:r>
              <a:rPr lang="en-IE" dirty="0"/>
              <a:t>		</a:t>
            </a:r>
            <a:r>
              <a:rPr dirty="0"/>
              <a:t>Graduate with a first-class degree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Strategy?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Definition: The overall plan to achieve the goal.</a:t>
            </a:r>
          </a:p>
          <a:p>
            <a:endParaRPr dirty="0"/>
          </a:p>
          <a:p>
            <a:r>
              <a:rPr dirty="0"/>
              <a:t>Business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Expand online sales and international markets</a:t>
            </a:r>
          </a:p>
          <a:p>
            <a:endParaRPr dirty="0"/>
          </a:p>
          <a:p>
            <a:r>
              <a:rPr dirty="0"/>
              <a:t>Student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Consistent study and early exam preparation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Objectives?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Definition: Specific, measurable targets supporting the strategy.</a:t>
            </a:r>
          </a:p>
          <a:p>
            <a:endParaRPr dirty="0"/>
          </a:p>
          <a:p>
            <a:r>
              <a:rPr dirty="0"/>
              <a:t>Business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Increase website traffic by 30% in 6 months</a:t>
            </a:r>
          </a:p>
          <a:p>
            <a:endParaRPr dirty="0"/>
          </a:p>
          <a:p>
            <a:r>
              <a:rPr dirty="0"/>
              <a:t>Student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Achieve 70%+ in all 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Tactics?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Definition: Day-to-day actions to achieve objectives.</a:t>
            </a:r>
          </a:p>
          <a:p>
            <a:endParaRPr dirty="0"/>
          </a:p>
          <a:p>
            <a:r>
              <a:rPr dirty="0"/>
              <a:t>Business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Run online ads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Offer discounts</a:t>
            </a:r>
          </a:p>
          <a:p>
            <a:endParaRPr dirty="0"/>
          </a:p>
          <a:p>
            <a:r>
              <a:rPr dirty="0"/>
              <a:t>Student Example: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Study 2 hours daily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Use past exam papers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How Goal, Strategy, Objectives &amp; Tactics Fit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 → STRATEGY → OBJECTIVES → TACTICS</a:t>
            </a:r>
          </a:p>
          <a:p>
            <a:endParaRPr dirty="0"/>
          </a:p>
          <a:p>
            <a:r>
              <a:rPr dirty="0"/>
              <a:t>Example (Fitness):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Goal: Lose 10kg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Strategy: Healthy diet + exercise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Objectives: Lose 1kg/month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dirty="0"/>
              <a:t>Tactics: Meal prep, gym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9804-0184-899A-5466-AD56C992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92F5-324F-A88F-26AD-3132F81D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Goal, Strategy, Objectives &amp; Tactics Fit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1C3C7-9D51-797F-372F-2A02B5D82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E" sz="2800" dirty="0"/>
              <a:t>Example 2: Career Development</a:t>
            </a:r>
          </a:p>
          <a:p>
            <a:pPr>
              <a:buNone/>
            </a:pPr>
            <a:r>
              <a:rPr lang="en-IE" sz="2800" dirty="0"/>
              <a:t>Goal: Secure a graduate-level job after college</a:t>
            </a:r>
          </a:p>
          <a:p>
            <a:pPr>
              <a:buNone/>
            </a:pPr>
            <a:r>
              <a:rPr lang="en-IE" sz="2800" dirty="0"/>
              <a:t>Strategy: Build employability skills and professional 			experience</a:t>
            </a:r>
          </a:p>
          <a:p>
            <a:pPr>
              <a:buNone/>
            </a:pPr>
            <a:r>
              <a:rPr lang="en-IE" sz="2800" dirty="0"/>
              <a:t>Objectives: Complete one internship, Improve CV and LinkedIn profile within 3 months.</a:t>
            </a:r>
          </a:p>
          <a:p>
            <a:pPr>
              <a:buNone/>
            </a:pPr>
            <a:r>
              <a:rPr lang="en-IE" sz="2800" dirty="0"/>
              <a:t>Tactics: Attend career workshops, Apply for internships weekly, Network on LinkedIn</a:t>
            </a:r>
          </a:p>
        </p:txBody>
      </p:sp>
    </p:spTree>
    <p:extLst>
      <p:ext uri="{BB962C8B-B14F-4D97-AF65-F5344CB8AC3E}">
        <p14:creationId xmlns:p14="http://schemas.microsoft.com/office/powerpoint/2010/main" val="417832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A87CE-6FF5-5D90-62D6-FCADF155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26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Example 3: Marketing Campaign</a:t>
            </a:r>
          </a:p>
          <a:p>
            <a:pPr marL="0" indent="0">
              <a:buNone/>
            </a:pPr>
            <a:r>
              <a:rPr lang="en-IE" dirty="0"/>
              <a:t>Goal: Increase brand awareness</a:t>
            </a:r>
          </a:p>
          <a:p>
            <a:pPr marL="0" indent="0">
              <a:buNone/>
            </a:pPr>
            <a:br>
              <a:rPr lang="en-IE" dirty="0"/>
            </a:br>
            <a:r>
              <a:rPr lang="en-IE" dirty="0"/>
              <a:t>Strategy: ?</a:t>
            </a:r>
            <a:br>
              <a:rPr lang="en-IE" dirty="0"/>
            </a:br>
            <a:endParaRPr lang="en-IE" dirty="0"/>
          </a:p>
          <a:p>
            <a:pPr marL="0" indent="0">
              <a:buNone/>
            </a:pPr>
            <a:r>
              <a:rPr lang="en-IE" dirty="0"/>
              <a:t>Objectives:?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Tactics: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60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343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Strategic Business &amp; Professional Development</vt:lpstr>
      <vt:lpstr>Purpose of This Module</vt:lpstr>
      <vt:lpstr>Why Strategic Business &amp; Professional Development Matters</vt:lpstr>
      <vt:lpstr>What is a Goal?</vt:lpstr>
      <vt:lpstr>What is Strategy?</vt:lpstr>
      <vt:lpstr>What are Objectives?</vt:lpstr>
      <vt:lpstr>What are Tactics?</vt:lpstr>
      <vt:lpstr>How Goal, Strategy, Objectives &amp; Tactics Fit Together</vt:lpstr>
      <vt:lpstr>How Goal, Strategy, Objectives &amp; Tactics Fit Together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Ciaran Lynch</dc:creator>
  <cp:keywords/>
  <dc:description>generated using python-pptx</dc:description>
  <cp:lastModifiedBy>Ciaran Lynch</cp:lastModifiedBy>
  <cp:revision>2</cp:revision>
  <dcterms:created xsi:type="dcterms:W3CDTF">2013-01-27T09:14:16Z</dcterms:created>
  <dcterms:modified xsi:type="dcterms:W3CDTF">2026-09-17T17:02:42Z</dcterms:modified>
  <cp:category/>
</cp:coreProperties>
</file>